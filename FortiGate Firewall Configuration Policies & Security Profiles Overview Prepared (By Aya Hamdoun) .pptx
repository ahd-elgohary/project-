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nva Sans" charset="1" panose="020B05030305010401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92326" y="2891155"/>
            <a:ext cx="11303347" cy="4438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  <a:spcBef>
                <a:spcPct val="0"/>
              </a:spcBef>
            </a:pPr>
          </a:p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FortiGate Firewall Configuration</a:t>
            </a:r>
          </a:p>
          <a:p>
            <a:pPr algn="ctr" rtl="true">
              <a:lnSpc>
                <a:spcPts val="6999"/>
              </a:lnSpc>
              <a:spcBef>
                <a:spcPct val="0"/>
              </a:spcBef>
            </a:pPr>
            <a:r>
              <a:rPr lang="ar-EG" sz="4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rtl val="true"/>
              </a:rPr>
              <a:t> </a:t>
            </a:r>
            <a:r>
              <a:rPr lang="en-US" sz="4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Policies &amp; Security Profiles Overview</a:t>
            </a:r>
          </a:p>
          <a:p>
            <a:pPr algn="ctr" rtl="true">
              <a:lnSpc>
                <a:spcPts val="6999"/>
              </a:lnSpc>
              <a:spcBef>
                <a:spcPct val="0"/>
              </a:spcBef>
            </a:pPr>
          </a:p>
          <a:p>
            <a:pPr algn="ctr" rtl="true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Prepared by: Aya Hamdoun</a:t>
            </a:r>
          </a:p>
          <a:p>
            <a:pPr algn="ctr" rtl="true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75757" y="1881807"/>
            <a:ext cx="13430602" cy="5212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Ove</a:t>
            </a:r>
            <a:r>
              <a:rPr lang="en-US" sz="5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rview</a:t>
            </a:r>
          </a:p>
          <a:p>
            <a:pPr algn="ctr">
              <a:lnSpc>
                <a:spcPts val="8119"/>
              </a:lnSpc>
              <a:spcBef>
                <a:spcPct val="0"/>
              </a:spcBef>
            </a:pPr>
          </a:p>
          <a:p>
            <a:pPr algn="ctr" marL="971544" indent="-485772" lvl="1">
              <a:lnSpc>
                <a:spcPts val="6299"/>
              </a:lnSpc>
              <a:spcBef>
                <a:spcPct val="0"/>
              </a:spcBef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Preparing and securing the VLANs</a:t>
            </a:r>
          </a:p>
          <a:p>
            <a:pPr algn="ctr" marL="971544" indent="-485772" lvl="1">
              <a:lnSpc>
                <a:spcPts val="6299"/>
              </a:lnSpc>
              <a:spcBef>
                <a:spcPct val="0"/>
              </a:spcBef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Applying different Security Profiles</a:t>
            </a:r>
          </a:p>
          <a:p>
            <a:pPr algn="ctr" marL="971544" indent="-485772" lvl="1">
              <a:lnSpc>
                <a:spcPts val="6299"/>
              </a:lnSpc>
              <a:spcBef>
                <a:spcPct val="0"/>
              </a:spcBef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Creating Internet Policies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4833" y="788669"/>
            <a:ext cx="17656969" cy="8317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Internet P</a:t>
            </a:r>
            <a:r>
              <a:rPr lang="en-US" sz="5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olicies</a:t>
            </a:r>
          </a:p>
          <a:p>
            <a:pPr algn="ctr">
              <a:lnSpc>
                <a:spcPts val="6579"/>
              </a:lnSpc>
              <a:spcBef>
                <a:spcPct val="0"/>
              </a:spcBef>
            </a:pPr>
          </a:p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Six Internet policies created for each VLAN on both FortiGate firewalls:</a:t>
            </a:r>
          </a:p>
          <a:p>
            <a:pPr algn="ctr">
              <a:lnSpc>
                <a:spcPts val="5739"/>
              </a:lnSpc>
              <a:spcBef>
                <a:spcPct val="0"/>
              </a:spcBef>
            </a:pPr>
          </a:p>
          <a:p>
            <a:pPr algn="ctr" marL="885186" indent="-442593" lvl="1">
              <a:lnSpc>
                <a:spcPts val="5739"/>
              </a:lnSpc>
              <a:spcBef>
                <a:spcPct val="0"/>
              </a:spcBef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→ Internet</a:t>
            </a:r>
          </a:p>
          <a:p>
            <a:pPr algn="ctr" marL="885186" indent="-442593" lvl="1">
              <a:lnSpc>
                <a:spcPts val="5739"/>
              </a:lnSpc>
              <a:spcBef>
                <a:spcPct val="0"/>
              </a:spcBef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HR → Internet</a:t>
            </a:r>
          </a:p>
          <a:p>
            <a:pPr algn="ctr" marL="885186" indent="-442593" lvl="1">
              <a:lnSpc>
                <a:spcPts val="5739"/>
              </a:lnSpc>
              <a:spcBef>
                <a:spcPct val="0"/>
              </a:spcBef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Finance → Internet</a:t>
            </a:r>
          </a:p>
          <a:p>
            <a:pPr algn="ctr" marL="885186" indent="-442593" lvl="1">
              <a:lnSpc>
                <a:spcPts val="5739"/>
              </a:lnSpc>
              <a:spcBef>
                <a:spcPct val="0"/>
              </a:spcBef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Sales → Internet</a:t>
            </a:r>
          </a:p>
          <a:p>
            <a:pPr algn="ctr" marL="885186" indent="-442593" lvl="1">
              <a:lnSpc>
                <a:spcPts val="5739"/>
              </a:lnSpc>
              <a:spcBef>
                <a:spcPct val="0"/>
              </a:spcBef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Management → Internet</a:t>
            </a:r>
          </a:p>
          <a:p>
            <a:pPr algn="ctr" marL="885186" indent="-442593" lvl="1">
              <a:lnSpc>
                <a:spcPts val="5739"/>
              </a:lnSpc>
              <a:spcBef>
                <a:spcPct val="0"/>
              </a:spcBef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Servers → Internet</a:t>
            </a:r>
          </a:p>
          <a:p>
            <a:pPr algn="ctr">
              <a:lnSpc>
                <a:spcPts val="53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26865" y="1805939"/>
            <a:ext cx="14634270" cy="6551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Applied Security Profiles</a:t>
            </a:r>
          </a:p>
          <a:p>
            <a:pPr algn="ctr">
              <a:lnSpc>
                <a:spcPts val="6719"/>
              </a:lnSpc>
            </a:pPr>
          </a:p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Configured on every policy in both FortiGate devices:</a:t>
            </a:r>
          </a:p>
          <a:p>
            <a:pPr algn="ctr">
              <a:lnSpc>
                <a:spcPts val="6299"/>
              </a:lnSpc>
            </a:pPr>
          </a:p>
          <a:p>
            <a:pPr algn="ctr" marL="971544" indent="-485772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Antivirus</a:t>
            </a:r>
          </a:p>
          <a:p>
            <a:pPr algn="ctr" marL="971544" indent="-485772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Web Filter</a:t>
            </a:r>
          </a:p>
          <a:p>
            <a:pPr algn="ctr" marL="971544" indent="-485772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Application Control</a:t>
            </a:r>
          </a:p>
          <a:p>
            <a:pPr algn="ctr">
              <a:lnSpc>
                <a:spcPts val="57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9416" y="2594292"/>
            <a:ext cx="17149167" cy="497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Antivirus Settings</a:t>
            </a:r>
          </a:p>
          <a:p>
            <a:pPr algn="ctr">
              <a:lnSpc>
                <a:spcPts val="6299"/>
              </a:lnSpc>
            </a:pPr>
          </a:p>
          <a:p>
            <a:pPr algn="ctr" marL="971544" indent="-485772" lvl="1">
              <a:lnSpc>
                <a:spcPts val="6299"/>
              </a:lnSpc>
              <a:spcBef>
                <a:spcPct val="0"/>
              </a:spcBef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Enabled all protoc</a:t>
            </a: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ols: HTTP, HTTPS, FTP, IMAP, POP3, SMTP</a:t>
            </a:r>
          </a:p>
          <a:p>
            <a:pPr algn="ctr" marL="971544" indent="-485772" lvl="1">
              <a:lnSpc>
                <a:spcPts val="6299"/>
              </a:lnSpc>
              <a:spcBef>
                <a:spcPct val="0"/>
              </a:spcBef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Enabled Include Mobile Malware Protection</a:t>
            </a:r>
          </a:p>
          <a:p>
            <a:pPr algn="ctr" marL="971544" indent="-485772" lvl="1">
              <a:lnSpc>
                <a:spcPts val="6299"/>
              </a:lnSpc>
              <a:spcBef>
                <a:spcPct val="0"/>
              </a:spcBef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Enabled Quarantine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0817" y="633095"/>
            <a:ext cx="16406366" cy="8896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Web Filter</a:t>
            </a:r>
          </a:p>
          <a:p>
            <a:pPr algn="ctr">
              <a:lnSpc>
                <a:spcPts val="6999"/>
              </a:lnSpc>
            </a:pP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Bl</a:t>
            </a: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ocking unnecessary websites and allowing work-related websites:</a:t>
            </a:r>
          </a:p>
          <a:p>
            <a:pPr algn="ctr">
              <a:lnSpc>
                <a:spcPts val="5179"/>
              </a:lnSpc>
              <a:spcBef>
                <a:spcPct val="0"/>
              </a:spcBef>
            </a:pPr>
          </a:p>
          <a:p>
            <a:pPr algn="ctr" marL="863596" indent="-431798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IT: Allow Microsoft — Block Facebook</a:t>
            </a:r>
          </a:p>
          <a:p>
            <a:pPr algn="ctr" marL="863596" indent="-431798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HR: Allow Zoom — Block Reddit</a:t>
            </a:r>
          </a:p>
          <a:p>
            <a:pPr algn="ctr" marL="863596" indent="-431798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Finance: Allow Investopedia — Block TikTok</a:t>
            </a:r>
          </a:p>
          <a:p>
            <a:pPr algn="ctr" marL="863596" indent="-431798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Sales: Allow Shopify — Block YouTube</a:t>
            </a:r>
          </a:p>
          <a:p>
            <a:pPr algn="ctr" marL="863596" indent="-431798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Management: Allow LinkedIn — Block Facebook</a:t>
            </a:r>
          </a:p>
          <a:p>
            <a:pPr algn="ctr" marL="863596" indent="-431798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Servers: Allow GitHub — Block TikTok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Same configuration applied on the second FortiGate.</a:t>
            </a:r>
          </a:p>
          <a:p>
            <a:pPr algn="ctr">
              <a:lnSpc>
                <a:spcPts val="54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31987"/>
            <a:ext cx="16230600" cy="6299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Application C</a:t>
            </a:r>
            <a:r>
              <a:rPr lang="en-US" sz="5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ontrol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</a:p>
          <a:p>
            <a:pPr algn="ctr" marL="971544" indent="-485772" lvl="1">
              <a:lnSpc>
                <a:spcPts val="6299"/>
              </a:lnSpc>
              <a:spcBef>
                <a:spcPct val="0"/>
              </a:spcBef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Applied Allow &amp; Block actions for specific applications per VLAN needs</a:t>
            </a:r>
          </a:p>
          <a:p>
            <a:pPr algn="ctr" marL="971544" indent="-485772" lvl="1">
              <a:lnSpc>
                <a:spcPts val="6299"/>
              </a:lnSpc>
              <a:spcBef>
                <a:spcPct val="0"/>
              </a:spcBef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Added Application Filters to block unnecessary applications</a:t>
            </a:r>
          </a:p>
          <a:p>
            <a:pPr algn="ctr">
              <a:lnSpc>
                <a:spcPts val="5179"/>
              </a:lnSpc>
              <a:spcBef>
                <a:spcPct val="0"/>
              </a:spcBef>
            </a:pPr>
          </a:p>
          <a:p>
            <a:pPr algn="ctr">
              <a:lnSpc>
                <a:spcPts val="51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7667" y="1887220"/>
            <a:ext cx="17752665" cy="6388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Summary</a:t>
            </a:r>
          </a:p>
          <a:p>
            <a:pPr algn="ctr">
              <a:lnSpc>
                <a:spcPts val="6719"/>
              </a:lnSpc>
            </a:pPr>
          </a:p>
          <a:p>
            <a:pPr algn="ctr" marL="949954" indent="-474977" lvl="1">
              <a:lnSpc>
                <a:spcPts val="6159"/>
              </a:lnSpc>
              <a:spcBef>
                <a:spcPct val="0"/>
              </a:spcBef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4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onfigured 6 Policies and 3 Security Profiles on each FortiGate</a:t>
            </a:r>
          </a:p>
          <a:p>
            <a:pPr algn="ctr" marL="949954" indent="-474977" lvl="1">
              <a:lnSpc>
                <a:spcPts val="6159"/>
              </a:lnSpc>
              <a:spcBef>
                <a:spcPct val="0"/>
              </a:spcBef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Assigned profiles based on VLAN usage</a:t>
            </a:r>
          </a:p>
          <a:p>
            <a:pPr algn="ctr" marL="949954" indent="-474977" lvl="1">
              <a:lnSpc>
                <a:spcPts val="6159"/>
              </a:lnSpc>
              <a:spcBef>
                <a:spcPct val="0"/>
              </a:spcBef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Created Internet Policies</a:t>
            </a:r>
          </a:p>
          <a:p>
            <a:pPr algn="ctr" marL="949954" indent="-474977" lvl="1">
              <a:lnSpc>
                <a:spcPts val="6159"/>
              </a:lnSpc>
              <a:spcBef>
                <a:spcPct val="0"/>
              </a:spcBef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Enabled Blocking &amp; Filtering</a:t>
            </a:r>
          </a:p>
          <a:p>
            <a:pPr algn="ctr" marL="949954" indent="-474977" lvl="1">
              <a:lnSpc>
                <a:spcPts val="6159"/>
              </a:lnSpc>
              <a:spcBef>
                <a:spcPct val="0"/>
              </a:spcBef>
              <a:buFont typeface="Arial"/>
              <a:buChar char="•"/>
            </a:pPr>
            <a:r>
              <a:rPr lang="en-US" sz="4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Improved overall network security posture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DAG6xfBx5ko</dc:identifier>
  <dcterms:modified xsi:type="dcterms:W3CDTF">2011-08-01T06:04:30Z</dcterms:modified>
  <cp:revision>1</cp:revision>
  <dc:title>FortiGate Firewall Configuration Policies &amp; Security Profiles Overview Prepared by: Aya Hamdoun</dc:title>
</cp:coreProperties>
</file>